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328" r:id="rId2"/>
    <p:sldId id="388" r:id="rId3"/>
  </p:sldIdLst>
  <p:sldSz cx="11052175" cy="7199313"/>
  <p:notesSz cx="6858000" cy="9144000"/>
  <p:embeddedFontLst>
    <p:embeddedFont>
      <p:font typeface="Palatino" panose="02020500000000000000" pitchFamily="18" charset="77"/>
      <p:regular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4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839"/>
    <a:srgbClr val="B4A9DD"/>
    <a:srgbClr val="A6B995"/>
    <a:srgbClr val="C0AC7C"/>
    <a:srgbClr val="D0AF54"/>
    <a:srgbClr val="FFFAF5"/>
    <a:srgbClr val="F7BCBC"/>
    <a:srgbClr val="EFFDEF"/>
    <a:srgbClr val="F6EFFB"/>
    <a:srgbClr val="FFA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83"/>
    <p:restoredTop sz="79452"/>
  </p:normalViewPr>
  <p:slideViewPr>
    <p:cSldViewPr snapToGrid="0">
      <p:cViewPr varScale="1">
        <p:scale>
          <a:sx n="95" d="100"/>
          <a:sy n="95" d="100"/>
        </p:scale>
        <p:origin x="2536" y="184"/>
      </p:cViewPr>
      <p:guideLst>
        <p:guide orient="horz" pos="2268"/>
        <p:guide pos="3481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43" d="100"/>
          <a:sy n="143" d="100"/>
        </p:scale>
        <p:origin x="33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98513" y="685800"/>
            <a:ext cx="52609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587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1678-2EEE-5574-DB0C-8D8374F5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AD6E8-6A01-9391-AC84-EC4AF2ED7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E1288-84D0-3572-A40A-F77DCF28C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13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76746" y="3010527"/>
            <a:ext cx="10298684" cy="1178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76746" y="622901"/>
            <a:ext cx="10298684" cy="801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76747" y="1613109"/>
            <a:ext cx="4834601" cy="4781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840829" y="1613109"/>
            <a:ext cx="4834601" cy="4781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76746" y="622901"/>
            <a:ext cx="10298684" cy="801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76747" y="777670"/>
            <a:ext cx="3393975" cy="10577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76747" y="1945013"/>
            <a:ext cx="3393975" cy="4450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92557" y="630071"/>
            <a:ext cx="7696636" cy="572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526087" y="-174"/>
            <a:ext cx="5526088" cy="71993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20906" y="1726065"/>
            <a:ext cx="4889355" cy="20747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20906" y="3923441"/>
            <a:ext cx="4889355" cy="1728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970280" y="1013482"/>
            <a:ext cx="4637707" cy="51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76748" y="5921502"/>
            <a:ext cx="7250633" cy="8469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76746" y="1548235"/>
            <a:ext cx="10298684" cy="27482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76746" y="4412145"/>
            <a:ext cx="10298684" cy="1820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76746" y="622901"/>
            <a:ext cx="10298684" cy="801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76746" y="1613109"/>
            <a:ext cx="10298684" cy="4781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32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6746" y="622901"/>
            <a:ext cx="10298684" cy="8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6746" y="1613109"/>
            <a:ext cx="10298684" cy="478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0240496" y="6527069"/>
            <a:ext cx="663203" cy="55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56EA5B7-89DF-AC8A-5ED5-B8C462D08561}"/>
              </a:ext>
            </a:extLst>
          </p:cNvPr>
          <p:cNvSpPr/>
          <p:nvPr/>
        </p:nvSpPr>
        <p:spPr>
          <a:xfrm>
            <a:off x="2295709" y="727746"/>
            <a:ext cx="3606327" cy="3871964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alatino" panose="02020500000000000000" pitchFamily="18" charset="77"/>
              <a:ea typeface="Palatino" panose="02020500000000000000" pitchFamily="18" charset="77"/>
              <a:cs typeface="Palatino" panose="02020500000000000000" pitchFamily="18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58D221-0186-66D1-AD5A-EB1F636D5C85}"/>
              </a:ext>
            </a:extLst>
          </p:cNvPr>
          <p:cNvSpPr txBox="1"/>
          <p:nvPr/>
        </p:nvSpPr>
        <p:spPr>
          <a:xfrm>
            <a:off x="3118564" y="2402118"/>
            <a:ext cx="196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Teaser</a:t>
            </a:r>
            <a:endParaRPr lang="en-US" sz="28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3CECB6-EAFB-97C5-B4D6-2A9513FB342A}"/>
              </a:ext>
            </a:extLst>
          </p:cNvPr>
          <p:cNvSpPr/>
          <p:nvPr/>
        </p:nvSpPr>
        <p:spPr>
          <a:xfrm>
            <a:off x="2448109" y="880146"/>
            <a:ext cx="3301527" cy="3553309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alatino" panose="02020500000000000000" pitchFamily="18" charset="77"/>
              <a:ea typeface="Palatino" panose="02020500000000000000" pitchFamily="18" charset="77"/>
              <a:cs typeface="Palatino" panose="02020500000000000000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570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55F5-259C-9C21-A40D-C81F3BB2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84AEEA1-4450-CB29-74B2-A2C479100138}"/>
              </a:ext>
            </a:extLst>
          </p:cNvPr>
          <p:cNvSpPr/>
          <p:nvPr/>
        </p:nvSpPr>
        <p:spPr>
          <a:xfrm>
            <a:off x="779929" y="1115674"/>
            <a:ext cx="9991165" cy="3871964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alatino" panose="02020500000000000000" pitchFamily="18" charset="77"/>
              <a:ea typeface="Palatino" panose="02020500000000000000" pitchFamily="18" charset="77"/>
              <a:cs typeface="Palatino" panose="02020500000000000000" pitchFamily="18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63DCEA-33C2-3B8C-A25A-4B2F34456E77}"/>
              </a:ext>
            </a:extLst>
          </p:cNvPr>
          <p:cNvSpPr txBox="1"/>
          <p:nvPr/>
        </p:nvSpPr>
        <p:spPr>
          <a:xfrm>
            <a:off x="4531029" y="2790046"/>
            <a:ext cx="2488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Architecture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54E4BD-C752-DADF-90C5-E7ACB5344C74}"/>
              </a:ext>
            </a:extLst>
          </p:cNvPr>
          <p:cNvSpPr/>
          <p:nvPr/>
        </p:nvSpPr>
        <p:spPr>
          <a:xfrm>
            <a:off x="934570" y="1275002"/>
            <a:ext cx="9681882" cy="3553309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alatino" panose="02020500000000000000" pitchFamily="18" charset="77"/>
              <a:ea typeface="Palatino" panose="02020500000000000000" pitchFamily="18" charset="77"/>
              <a:cs typeface="Palatino" panose="02020500000000000000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500783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66921</TotalTime>
  <Words>2</Words>
  <Application>Microsoft Macintosh PowerPoint</Application>
  <PresentationFormat>Custom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Palatino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YU, Dianzhi</cp:lastModifiedBy>
  <cp:revision>1535</cp:revision>
  <cp:lastPrinted>2024-09-07T11:08:21Z</cp:lastPrinted>
  <dcterms:modified xsi:type="dcterms:W3CDTF">2025-11-23T10:12:40Z</dcterms:modified>
</cp:coreProperties>
</file>